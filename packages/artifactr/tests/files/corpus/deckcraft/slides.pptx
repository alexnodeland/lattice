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762000" y="381000"/>
            <a:ext cx="10668000" cy="1270000"/>
          </a:xfrm>
        </p:spPr>
        <p:txBody>
          <a:bodyPr/>
          <a:lstStyle/>
          <a:p>
            <a:r>
              <a:rPr lang="en-US"/>
              <a:t>Opening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762000" y="381000"/>
            <a:ext cx="10668000" cy="1270000"/>
          </a:xfrm>
        </p:spPr>
        <p:txBody>
          <a:bodyPr/>
          <a:lstStyle/>
          <a:p>
            <a:r>
              <a:rPr lang="en-US"/>
              <a:t>Backup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762000" y="381000"/>
            <a:ext cx="10668000" cy="1270000"/>
          </a:xfrm>
        </p:spPr>
        <p:txBody>
          <a:bodyPr/>
          <a:lstStyle/>
          <a:p>
            <a:r>
              <a:rPr lang="en-US"/>
              <a:t>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us">
  <a:themeElements>
    <a:clrScheme name="Corpus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7C3AED"/>
      </a:folHlink>
    </a:clrScheme>
    <a:fontScheme name="Corp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rp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