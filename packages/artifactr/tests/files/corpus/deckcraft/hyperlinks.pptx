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10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xampl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/>
          <p:cNvSpPr/>
          <p:nvPr/>
        </p:nvSpPr>
        <p:spPr>
          <a:xfrm>
            <a:off x="762000" y="762000"/>
            <a:ext cx="5080000" cy="762000"/>
          </a:xfrm>
        </p:spPr>
        <p:txBody>
          <a:bodyPr/>
          <a:lstStyle/>
          <a:p>
            <a:r>
              <a:rPr lang="en-US">
                <a:hlinkClick r:id="rId5"/>
              </a:rPr>
              <a:t>The site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pus">
  <a:themeElements>
    <a:clrScheme name="Corpus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DC2626"/>
      </a:accent2>
      <a:accent3>
        <a:srgbClr val="16A34A"/>
      </a:accent3>
      <a:accent4>
        <a:srgbClr val="CA8A04"/>
      </a:accent4>
      <a:accent5>
        <a:srgbClr val="9333EA"/>
      </a:accent5>
      <a:accent6>
        <a:srgbClr val="0891B2"/>
      </a:accent6>
      <a:hlink>
        <a:srgbClr val="2563EB"/>
      </a:hlink>
      <a:folHlink>
        <a:srgbClr val="7C3AED"/>
      </a:folHlink>
    </a:clrScheme>
    <a:fontScheme name="Corpu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rpu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