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a" initials="A" lastIdx="1" clrIdx="0"/>
</p:cmAuthor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Relationship Id="rId3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10-01T09:00:00.000" idx="1">
    <p:pos x="10" y="10"/>
    <p:text>Check these numbers.</p:text>
  </p:cm>
</p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762000" y="381000"/>
            <a:ext cx="10668000" cy="1270000"/>
          </a:xfrm>
        </p:spPr>
        <p:txBody>
          <a:bodyPr/>
          <a:lstStyle/>
          <a:p>
            <a:r>
              <a:rPr lang="en-US"/>
              <a:t>Numbers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