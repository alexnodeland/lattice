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762000" y="381000"/>
            <a:ext cx="10668000" cy="1270000"/>
          </a:xfrm>
        </p:spPr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3" name="Content 2"/>
          <p:cNvSpPr/>
          <p:nvPr>
            <p:ph type="body"/>
          </p:nvPr>
        </p:nvSpPr>
        <p:spPr>
          <a:xfrm>
            <a:off x="762000" y="1778000"/>
            <a:ext cx="10668000" cy="4318000"/>
          </a:xfrm>
        </p:spPr>
        <p:txBody>
          <a:bodyPr/>
          <a:lstStyle/>
          <a:p>
            <a:r>
              <a:rPr lang="en-US"/>
              <a:t>Revenue grew in every region.</a:t>
            </a:r>
          </a:p>
          <a:p>
            <a:r>
              <a:rPr lang="en-US"/>
              <a:t>Costs held flat.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us">
  <a:themeElements>
    <a:clrScheme name="Corpus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Corp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p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