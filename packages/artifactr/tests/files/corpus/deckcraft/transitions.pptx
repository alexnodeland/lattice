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10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10" Type="http://schemas.openxmlformats.org/officeDocument/2006/relationships/slide" Target="slides/slid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>
            <p:ph type="title"/>
          </p:nvPr>
        </p:nvSpPr>
        <p:spPr>
          <a:xfrm>
            <a:off x="762000" y="381000"/>
            <a:ext cx="10668000" cy="1270000"/>
          </a:xfrm>
        </p:spPr>
        <p:txBody>
          <a:bodyPr/>
          <a:lstStyle/>
          <a:p>
            <a:r>
              <a:rPr lang="en-US"/>
              <a:t>Fade in</a:t>
            </a:r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Corpus">
  <a:themeElements>
    <a:clrScheme name="Corpus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2563EB"/>
      </a:accent1>
      <a:accent2>
        <a:srgbClr val="DC2626"/>
      </a:accent2>
      <a:accent3>
        <a:srgbClr val="16A34A"/>
      </a:accent3>
      <a:accent4>
        <a:srgbClr val="CA8A04"/>
      </a:accent4>
      <a:accent5>
        <a:srgbClr val="9333EA"/>
      </a:accent5>
      <a:accent6>
        <a:srgbClr val="0891B2"/>
      </a:accent6>
      <a:hlink>
        <a:srgbClr val="2563EB"/>
      </a:hlink>
      <a:folHlink>
        <a:srgbClr val="7C3AED"/>
      </a:folHlink>
    </a:clrScheme>
    <a:fontScheme name="Corpu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orpu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