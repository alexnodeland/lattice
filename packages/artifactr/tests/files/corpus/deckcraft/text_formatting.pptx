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762000" y="762000"/>
            <a:ext cx="10668000" cy="2540000"/>
          </a:xfrm>
        </p:spPr>
        <p:txBody>
          <a:bodyPr/>
          <a:lstStyle/>
          <a:p>
            <a:r>
              <a:rPr lang="en-US" b="1"/>
              <a:t>bold</a:t>
            </a:r>
            <a:r>
              <a:rPr lang="en-US" i="1"/>
              <a:t>italic</a:t>
            </a:r>
            <a:r>
              <a:rPr lang="en-US" u="sng"/>
              <a:t>underlined</a:t>
            </a:r>
            <a:r>
              <a:rPr lang="en-US" sz="4400"/>
              <a:t>large</a:t>
            </a:r>
            <a:r>
              <a:rPr lang="en-US">
                <a:solidFill>
                  <a:srgbClr val="FF0000"/>
                </a:solidFill>
              </a:rPr>
              <a:t>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