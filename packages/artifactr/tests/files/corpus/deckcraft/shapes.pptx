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1270000" y="1270000"/>
            <a:ext cx="1524000" cy="15240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4" name="Shape 4"/>
          <p:cNvSpPr/>
          <p:nvPr/>
        </p:nvSpPr>
        <p:spPr>
          <a:xfrm>
            <a:off x="3810000" y="1778000"/>
            <a:ext cx="2540000" cy="762000"/>
          </a:xfrm>
          <a:prstGeom prst="rightArrow">
            <a:avLst/>
          </a:prstGeom>
          <a:solidFill>
            <a:srgbClr val="16A34A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orpus">
  <a:themeElements>
    <a:clrScheme name="Corpus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Corp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rp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